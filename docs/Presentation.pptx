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2E8F0"/>
                </a:solidFill>
                <a:latin typeface="Arial"/>
              </a:rPr>
              <a:t>F1-score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Linear SVM</c:v>
                  </c:pt>
                  <c:pt idx="2">
                    <c:v>Naive Bayes</c:v>
                  </c:pt>
                  <c:pt idx="3">
                    <c:v>Random Forest</c:v>
                  </c:pt>
                  <c:pt idx="4">
                    <c:v>Isolation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0.9769</c:v>
                </c:pt>
                <c:pt idx="1">
                  <c:v>0.9791</c:v>
                </c:pt>
                <c:pt idx="2">
                  <c:v>0.7966</c:v>
                </c:pt>
                <c:pt idx="3">
                  <c:v>0.8014</c:v>
                </c:pt>
                <c:pt idx="4">
                  <c:v>0.4437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EA0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Web Attack Detection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and explanation for SQL injection, XSS, path traversal and command injection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Cybersecurity  |  SIH1750 - Web application security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are easy to bypass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hide payloads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changes, URL encoding and double encoding slip past regex rules.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need more than yes/no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and a reason help prioritise alerts.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attack patterns from real traffic, then output score, category and explanation.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 data plus a small synthetic 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CSIC 2010 HTTP dataset: 34,594 unique real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generic requests (/login, /search ...)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drop duplicates, decode URL-encoding twice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split: 31,092 train, 7,774 test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TF-IDF on character n-grams (2-4)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security counts: SQL words, OR 1=1, quotes, &lt;script, ../, shell commands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combined into one feature matrix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explained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8191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8308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and clean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4495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+ 12 features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7103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category, explanation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35240" y="182880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87452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firewall 403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50 or more is blocked. Levels: Low, Medium (40+), High (70+), Critical (90+). Simulation mode replays unseen test traffic live.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(test set)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security metrics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50876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security features win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type alone is weaker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needs no labels but is not enough alone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LR: risk score + explainable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results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held-out test 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600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600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4,090 normal requests blocked; 137 of 3,684 attacks missed. Misses are mostly subtle CSIC parameter-tampering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and 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says why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15213A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0-100 and level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family: SQLi, XSS, traversal, command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patterns (TF-IDF value x model weight)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recommendation per family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search: allowed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XSS, traversal, command injection: blocked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payload still caught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mode: live log, detection and false-positive rates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 unseen payloads correct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CSIC 2010 is old and covers one web shop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family comes from simple rules because CSIC labels are only normal/attack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newer datasets, HTTP header features, deep learning, drift monitoring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design: requests are analysed as text and never executed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2026-09-30T03:56:30Z</dcterms:created>
  <dcterms:modified xsi:type="dcterms:W3CDTF">2026-09-30T03:56:30Z</dcterms:modified>
</cp:coreProperties>
</file>